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66" r:id="rId3"/>
    <p:sldId id="272" r:id="rId4"/>
    <p:sldId id="273" r:id="rId5"/>
    <p:sldId id="261" r:id="rId6"/>
    <p:sldId id="274" r:id="rId7"/>
    <p:sldId id="259" r:id="rId8"/>
    <p:sldId id="275" r:id="rId9"/>
    <p:sldId id="256" r:id="rId10"/>
    <p:sldId id="276" r:id="rId11"/>
    <p:sldId id="278" r:id="rId12"/>
    <p:sldId id="263" r:id="rId13"/>
    <p:sldId id="264" r:id="rId14"/>
    <p:sldId id="265" r:id="rId15"/>
    <p:sldId id="268" r:id="rId16"/>
    <p:sldId id="269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Gastos de agua por 75 Litros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9128243125629338"/>
          <c:y val="0.11491102056347913"/>
          <c:w val="0.36666895125179461"/>
          <c:h val="0.81402054669132073"/>
        </c:manualLayout>
      </c:layout>
      <c:pieChart>
        <c:varyColors val="1"/>
        <c:ser>
          <c:idx val="0"/>
          <c:order val="0"/>
          <c:explosion val="9"/>
          <c:dPt>
            <c:idx val="0"/>
            <c:bubble3D val="0"/>
            <c:explosion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A2A-4A04-92B4-1CEA2FF4252F}"/>
              </c:ext>
            </c:extLst>
          </c:dPt>
          <c:dPt>
            <c:idx val="1"/>
            <c:bubble3D val="0"/>
            <c:explosion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A2A-4A04-92B4-1CEA2FF4252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9A2A-4A04-92B4-1CEA2FF4252F}"/>
              </c:ext>
            </c:extLst>
          </c:dPt>
          <c:dPt>
            <c:idx val="3"/>
            <c:bubble3D val="0"/>
            <c:explosion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9A2A-4A04-92B4-1CEA2FF4252F}"/>
              </c:ext>
            </c:extLst>
          </c:dPt>
          <c:dPt>
            <c:idx val="4"/>
            <c:bubble3D val="0"/>
            <c:explosion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9A2A-4A04-92B4-1CEA2FF4252F}"/>
              </c:ext>
            </c:extLst>
          </c:dPt>
          <c:dPt>
            <c:idx val="5"/>
            <c:bubble3D val="0"/>
            <c:explosion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9A2A-4A04-92B4-1CEA2FF4252F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Hoja1!$B$7:$G$7</c:f>
              <c:strCache>
                <c:ptCount val="6"/>
                <c:pt idx="0">
                  <c:v>Bañarse</c:v>
                </c:pt>
                <c:pt idx="1">
                  <c:v>Jardin</c:v>
                </c:pt>
                <c:pt idx="2">
                  <c:v>Lavadora</c:v>
                </c:pt>
                <c:pt idx="3">
                  <c:v>Limpiar el piso y lavar el carro </c:v>
                </c:pt>
                <c:pt idx="4">
                  <c:v>Cocina</c:v>
                </c:pt>
                <c:pt idx="5">
                  <c:v>Inodoro y lavamanos</c:v>
                </c:pt>
              </c:strCache>
            </c:strRef>
          </c:cat>
          <c:val>
            <c:numRef>
              <c:f>Hoja1!$B$8:$G$8</c:f>
              <c:numCache>
                <c:formatCode>General</c:formatCode>
                <c:ptCount val="6"/>
                <c:pt idx="0">
                  <c:v>30</c:v>
                </c:pt>
                <c:pt idx="1">
                  <c:v>8</c:v>
                </c:pt>
                <c:pt idx="2">
                  <c:v>13</c:v>
                </c:pt>
                <c:pt idx="3">
                  <c:v>4</c:v>
                </c:pt>
                <c:pt idx="4">
                  <c:v>18</c:v>
                </c:pt>
                <c:pt idx="5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A2A-4A04-92B4-1CEA2FF4252F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0594123366876729"/>
          <c:y val="0.15401038339913892"/>
          <c:w val="0.33765632053681588"/>
          <c:h val="0.78320077618346795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A19E09-D0F3-2576-F6DA-362B2F9EB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A8B0AB8-A49A-F4D1-5FAB-845D74485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04777" cy="6858000"/>
          </a:xfrm>
        </p:spPr>
      </p:pic>
    </p:spTree>
    <p:extLst>
      <p:ext uri="{BB962C8B-B14F-4D97-AF65-F5344CB8AC3E}">
        <p14:creationId xmlns:p14="http://schemas.microsoft.com/office/powerpoint/2010/main" val="3090660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337B0-91CD-B044-D0C9-75B3A8B4B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0774"/>
            <a:ext cx="9905998" cy="1478570"/>
          </a:xfrm>
        </p:spPr>
        <p:txBody>
          <a:bodyPr/>
          <a:lstStyle/>
          <a:p>
            <a:pPr algn="ctr"/>
            <a:r>
              <a:rPr lang="en-US" dirty="0" err="1"/>
              <a:t>objetivo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4C5A12-D28F-AE01-4B66-D404D3A87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61" y="926911"/>
            <a:ext cx="9905999" cy="3541714"/>
          </a:xfrm>
        </p:spPr>
        <p:txBody>
          <a:bodyPr/>
          <a:lstStyle/>
          <a:p>
            <a:r>
              <a:rPr lang="en-US" dirty="0"/>
              <a:t>El </a:t>
            </a:r>
            <a:r>
              <a:rPr lang="en-US" dirty="0" err="1"/>
              <a:t>objetivo</a:t>
            </a:r>
            <a:r>
              <a:rPr lang="en-US" dirty="0"/>
              <a:t> principal de </a:t>
            </a:r>
            <a:r>
              <a:rPr lang="en-US" dirty="0" err="1"/>
              <a:t>este</a:t>
            </a:r>
            <a:r>
              <a:rPr lang="en-US" dirty="0"/>
              <a:t> Proyecto es </a:t>
            </a:r>
            <a:r>
              <a:rPr lang="en-US" dirty="0" err="1"/>
              <a:t>ahorrar</a:t>
            </a:r>
            <a:r>
              <a:rPr lang="en-US" dirty="0"/>
              <a:t> </a:t>
            </a:r>
            <a:r>
              <a:rPr lang="en-US" dirty="0" err="1"/>
              <a:t>agua</a:t>
            </a:r>
            <a:r>
              <a:rPr lang="en-US" dirty="0"/>
              <a:t>, </a:t>
            </a:r>
            <a:r>
              <a:rPr lang="en-US" dirty="0" err="1"/>
              <a:t>reusando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agua</a:t>
            </a:r>
            <a:r>
              <a:rPr lang="en-US" dirty="0"/>
              <a:t> gris de las </a:t>
            </a:r>
            <a:r>
              <a:rPr lang="en-US" dirty="0" err="1"/>
              <a:t>maquinas</a:t>
            </a:r>
            <a:r>
              <a:rPr lang="en-US" dirty="0"/>
              <a:t> </a:t>
            </a:r>
            <a:r>
              <a:rPr lang="en-US" dirty="0" err="1"/>
              <a:t>lavadora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Cuanta</a:t>
            </a:r>
            <a:r>
              <a:rPr lang="en-US" dirty="0"/>
              <a:t> </a:t>
            </a:r>
            <a:r>
              <a:rPr lang="en-US" dirty="0" err="1"/>
              <a:t>agua</a:t>
            </a:r>
            <a:r>
              <a:rPr lang="en-US" dirty="0"/>
              <a:t> </a:t>
            </a:r>
            <a:r>
              <a:rPr lang="en-US" dirty="0" err="1"/>
              <a:t>desperdiciamos</a:t>
            </a:r>
            <a:r>
              <a:rPr lang="en-US" dirty="0"/>
              <a:t> que </a:t>
            </a:r>
            <a:r>
              <a:rPr lang="en-US" dirty="0" err="1"/>
              <a:t>podriamos</a:t>
            </a:r>
            <a:r>
              <a:rPr lang="en-US" dirty="0"/>
              <a:t> </a:t>
            </a:r>
            <a:r>
              <a:rPr lang="en-US" dirty="0" err="1"/>
              <a:t>reusar</a:t>
            </a:r>
            <a:r>
              <a:rPr lang="en-US" dirty="0"/>
              <a:t>?</a:t>
            </a: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62871687-FB36-CE8D-1E77-AB0449D2C0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972592"/>
              </p:ext>
            </p:extLst>
          </p:nvPr>
        </p:nvGraphicFramePr>
        <p:xfrm>
          <a:off x="2056384" y="2580072"/>
          <a:ext cx="8331199" cy="37527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24725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15C43-58CB-AC61-5A29-ED167379F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133" y="0"/>
            <a:ext cx="9811067" cy="1165845"/>
          </a:xfrm>
        </p:spPr>
        <p:txBody>
          <a:bodyPr/>
          <a:lstStyle/>
          <a:p>
            <a:pPr algn="ctr"/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caja</a:t>
            </a:r>
            <a:r>
              <a:rPr lang="en-US" dirty="0"/>
              <a:t> </a:t>
            </a:r>
            <a:r>
              <a:rPr lang="en-US" dirty="0" err="1"/>
              <a:t>negra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2DF138-AC8C-0F38-7BA7-64A5BFCC5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840" y="2258694"/>
            <a:ext cx="1879600" cy="4733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ENTRADAS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02B2578-827E-1EEC-9C82-402CD8F6F8A9}"/>
              </a:ext>
            </a:extLst>
          </p:cNvPr>
          <p:cNvSpPr/>
          <p:nvPr/>
        </p:nvSpPr>
        <p:spPr>
          <a:xfrm>
            <a:off x="1229360" y="2913381"/>
            <a:ext cx="2448560" cy="1259840"/>
          </a:xfrm>
          <a:prstGeom prst="round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Sensores</a:t>
            </a:r>
            <a:r>
              <a:rPr lang="en-US" dirty="0"/>
              <a:t>: sensor de </a:t>
            </a:r>
            <a:r>
              <a:rPr lang="en-US" dirty="0" err="1"/>
              <a:t>flujo</a:t>
            </a:r>
            <a:r>
              <a:rPr lang="en-US" dirty="0"/>
              <a:t>, </a:t>
            </a:r>
            <a:r>
              <a:rPr lang="en-US" dirty="0" err="1"/>
              <a:t>ultrasonicos</a:t>
            </a:r>
            <a:r>
              <a:rPr lang="en-US" dirty="0"/>
              <a:t>, </a:t>
            </a:r>
            <a:r>
              <a:rPr lang="en-US" dirty="0" err="1"/>
              <a:t>botones</a:t>
            </a:r>
            <a:r>
              <a:rPr lang="en-US" dirty="0"/>
              <a:t> de la </a:t>
            </a:r>
            <a:r>
              <a:rPr lang="en-US" dirty="0" err="1"/>
              <a:t>interfaz</a:t>
            </a:r>
            <a:r>
              <a:rPr lang="en-US" dirty="0"/>
              <a:t>, 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304C974-8FD3-246A-CE72-37DB051D3A86}"/>
              </a:ext>
            </a:extLst>
          </p:cNvPr>
          <p:cNvSpPr/>
          <p:nvPr/>
        </p:nvSpPr>
        <p:spPr>
          <a:xfrm>
            <a:off x="4734560" y="1869440"/>
            <a:ext cx="2722880" cy="305816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TWANK : </a:t>
            </a:r>
            <a:r>
              <a:rPr lang="en-US" dirty="0" err="1"/>
              <a:t>proceso</a:t>
            </a:r>
            <a:r>
              <a:rPr lang="en-US" dirty="0"/>
              <a:t> de </a:t>
            </a:r>
            <a:r>
              <a:rPr lang="en-US" dirty="0" err="1"/>
              <a:t>filtracion</a:t>
            </a:r>
            <a:r>
              <a:rPr lang="en-US" dirty="0"/>
              <a:t> y control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9420E056-2E91-397B-E81B-A75B525AFCAC}"/>
              </a:ext>
            </a:extLst>
          </p:cNvPr>
          <p:cNvSpPr txBox="1">
            <a:spLocks/>
          </p:cNvSpPr>
          <p:nvPr/>
        </p:nvSpPr>
        <p:spPr>
          <a:xfrm>
            <a:off x="8844280" y="2130107"/>
            <a:ext cx="1879600" cy="47339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SALIDAS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8826076-BBC4-CC83-0005-A70E86A8C662}"/>
              </a:ext>
            </a:extLst>
          </p:cNvPr>
          <p:cNvSpPr/>
          <p:nvPr/>
        </p:nvSpPr>
        <p:spPr>
          <a:xfrm>
            <a:off x="8577580" y="2913381"/>
            <a:ext cx="2448560" cy="1259840"/>
          </a:xfrm>
          <a:prstGeom prst="roundRect">
            <a:avLst/>
          </a:prstGeom>
          <a:solidFill>
            <a:schemeClr val="tx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mostrados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nuestra</a:t>
            </a:r>
            <a:r>
              <a:rPr lang="en-US" dirty="0"/>
              <a:t> </a:t>
            </a:r>
            <a:r>
              <a:rPr lang="en-US" dirty="0" err="1"/>
              <a:t>interfaz</a:t>
            </a:r>
            <a:r>
              <a:rPr lang="en-US" dirty="0"/>
              <a:t>, </a:t>
            </a:r>
            <a:r>
              <a:rPr lang="en-US" dirty="0" err="1"/>
              <a:t>resultados</a:t>
            </a:r>
            <a:r>
              <a:rPr lang="en-US" dirty="0"/>
              <a:t> de </a:t>
            </a:r>
            <a:r>
              <a:rPr lang="en-US" dirty="0" err="1"/>
              <a:t>nuestra</a:t>
            </a:r>
            <a:r>
              <a:rPr lang="en-US" dirty="0"/>
              <a:t> </a:t>
            </a:r>
            <a:r>
              <a:rPr lang="en-US" dirty="0" err="1"/>
              <a:t>agua</a:t>
            </a:r>
            <a:r>
              <a:rPr lang="en-US" dirty="0"/>
              <a:t> </a:t>
            </a:r>
            <a:r>
              <a:rPr lang="en-US" dirty="0" err="1"/>
              <a:t>filtrada</a:t>
            </a:r>
            <a:endParaRPr lang="en-US" dirty="0"/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4D43355A-6C01-101B-2FC1-85E1E3B9C955}"/>
              </a:ext>
            </a:extLst>
          </p:cNvPr>
          <p:cNvSpPr txBox="1">
            <a:spLocks/>
          </p:cNvSpPr>
          <p:nvPr/>
        </p:nvSpPr>
        <p:spPr>
          <a:xfrm>
            <a:off x="5156200" y="1330945"/>
            <a:ext cx="1879600" cy="4733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CAJA NEGRA</a:t>
            </a:r>
          </a:p>
        </p:txBody>
      </p:sp>
      <p:sp>
        <p:nvSpPr>
          <p:cNvPr id="10" name="Flecha: a la derecha 9">
            <a:extLst>
              <a:ext uri="{FF2B5EF4-FFF2-40B4-BE49-F238E27FC236}">
                <a16:creationId xmlns:a16="http://schemas.microsoft.com/office/drawing/2014/main" id="{AE85D2E8-AB5E-63BB-6FEA-C3FB758EB017}"/>
              </a:ext>
            </a:extLst>
          </p:cNvPr>
          <p:cNvSpPr/>
          <p:nvPr/>
        </p:nvSpPr>
        <p:spPr>
          <a:xfrm>
            <a:off x="3766820" y="3228341"/>
            <a:ext cx="924560" cy="62992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60C232F0-C348-8875-532A-842F5E30DB19}"/>
              </a:ext>
            </a:extLst>
          </p:cNvPr>
          <p:cNvSpPr/>
          <p:nvPr/>
        </p:nvSpPr>
        <p:spPr>
          <a:xfrm>
            <a:off x="7542530" y="3228341"/>
            <a:ext cx="924560" cy="62992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27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n 46">
            <a:extLst>
              <a:ext uri="{FF2B5EF4-FFF2-40B4-BE49-F238E27FC236}">
                <a16:creationId xmlns:a16="http://schemas.microsoft.com/office/drawing/2014/main" id="{80B989D2-2852-1026-E749-D8F87437A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5" y="43607"/>
            <a:ext cx="11763055" cy="6770785"/>
          </a:xfrm>
          <a:prstGeom prst="rect">
            <a:avLst/>
          </a:prstGeom>
        </p:spPr>
      </p:pic>
      <p:sp>
        <p:nvSpPr>
          <p:cNvPr id="48" name="Título 1">
            <a:extLst>
              <a:ext uri="{FF2B5EF4-FFF2-40B4-BE49-F238E27FC236}">
                <a16:creationId xmlns:a16="http://schemas.microsoft.com/office/drawing/2014/main" id="{E2467580-4C6E-F2D5-D0C8-472206961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0293" y="385688"/>
            <a:ext cx="9811067" cy="1165845"/>
          </a:xfrm>
        </p:spPr>
        <p:txBody>
          <a:bodyPr/>
          <a:lstStyle/>
          <a:p>
            <a:pPr algn="ctr"/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caja</a:t>
            </a:r>
            <a:r>
              <a:rPr lang="en-US" dirty="0"/>
              <a:t> </a:t>
            </a:r>
            <a:r>
              <a:rPr lang="en-US" dirty="0" err="1"/>
              <a:t>blanca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808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259D3-F179-D527-0D81-A2347FB57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109" y="744679"/>
            <a:ext cx="3352210" cy="1410579"/>
          </a:xfrm>
        </p:spPr>
        <p:txBody>
          <a:bodyPr>
            <a:normAutofit/>
          </a:bodyPr>
          <a:lstStyle/>
          <a:p>
            <a:r>
              <a:rPr lang="en-US" sz="2400" dirty="0" err="1"/>
              <a:t>estacion</a:t>
            </a:r>
            <a:endParaRPr lang="en-US" sz="2400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48F3F3E-E94A-A01D-9D92-B12A4FB18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1" y="1342506"/>
            <a:ext cx="4053839" cy="4415439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3F25CE4-99E1-4845-4A59-4E688CBDE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293" y="1768835"/>
            <a:ext cx="5129159" cy="3846870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80613E61-4368-06B1-D15A-1422D36D341D}"/>
              </a:ext>
            </a:extLst>
          </p:cNvPr>
          <p:cNvSpPr/>
          <p:nvPr/>
        </p:nvSpPr>
        <p:spPr>
          <a:xfrm>
            <a:off x="7548880" y="2753085"/>
            <a:ext cx="2042160" cy="1331235"/>
          </a:xfrm>
          <a:prstGeom prst="roundRect">
            <a:avLst/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EB434DF-4BFF-E059-4C89-E1891D715C98}"/>
              </a:ext>
            </a:extLst>
          </p:cNvPr>
          <p:cNvSpPr txBox="1">
            <a:spLocks/>
          </p:cNvSpPr>
          <p:nvPr/>
        </p:nvSpPr>
        <p:spPr>
          <a:xfrm>
            <a:off x="7479241" y="2133600"/>
            <a:ext cx="1864065" cy="7714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/>
              <a:t>Pantalla</a:t>
            </a:r>
            <a:r>
              <a:rPr lang="en-US" sz="1600" dirty="0"/>
              <a:t> de </a:t>
            </a:r>
            <a:r>
              <a:rPr lang="en-US" sz="1600" dirty="0" err="1"/>
              <a:t>interfaz</a:t>
            </a:r>
            <a:endParaRPr lang="en-US" sz="1600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BA67734-2511-6E01-D71A-C2C2AD99DE90}"/>
              </a:ext>
            </a:extLst>
          </p:cNvPr>
          <p:cNvSpPr/>
          <p:nvPr/>
        </p:nvSpPr>
        <p:spPr>
          <a:xfrm>
            <a:off x="6002735" y="4145411"/>
            <a:ext cx="1769665" cy="1331235"/>
          </a:xfrm>
          <a:prstGeom prst="roundRect">
            <a:avLst/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74E18C6-3A72-9B1A-48A9-EC87171D8BC4}"/>
              </a:ext>
            </a:extLst>
          </p:cNvPr>
          <p:cNvSpPr txBox="1">
            <a:spLocks/>
          </p:cNvSpPr>
          <p:nvPr/>
        </p:nvSpPr>
        <p:spPr>
          <a:xfrm>
            <a:off x="6135728" y="3585431"/>
            <a:ext cx="1280160" cy="559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/>
              <a:t>Pcb</a:t>
            </a:r>
            <a:r>
              <a:rPr lang="en-US" sz="1600" dirty="0"/>
              <a:t> </a:t>
            </a:r>
            <a:r>
              <a:rPr lang="en-US" sz="1600" dirty="0" err="1"/>
              <a:t>interfaz</a:t>
            </a:r>
            <a:endParaRPr lang="en-US" sz="160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820B7F80-6264-8C01-E5FA-E78AA4FF0E3D}"/>
              </a:ext>
            </a:extLst>
          </p:cNvPr>
          <p:cNvSpPr/>
          <p:nvPr/>
        </p:nvSpPr>
        <p:spPr>
          <a:xfrm>
            <a:off x="9119787" y="4038187"/>
            <a:ext cx="1769665" cy="1331235"/>
          </a:xfrm>
          <a:prstGeom prst="roundRect">
            <a:avLst/>
          </a:prstGeom>
          <a:noFill/>
          <a:ln w="762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EB30878-5ECD-E1AC-08F7-E8EC7C0479CF}"/>
              </a:ext>
            </a:extLst>
          </p:cNvPr>
          <p:cNvSpPr txBox="1">
            <a:spLocks/>
          </p:cNvSpPr>
          <p:nvPr/>
        </p:nvSpPr>
        <p:spPr>
          <a:xfrm>
            <a:off x="9119787" y="5339065"/>
            <a:ext cx="1247307" cy="399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RASPBERRY PI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0DC68555-AADF-575A-F32D-3B38E78309E0}"/>
              </a:ext>
            </a:extLst>
          </p:cNvPr>
          <p:cNvSpPr txBox="1">
            <a:spLocks/>
          </p:cNvSpPr>
          <p:nvPr/>
        </p:nvSpPr>
        <p:spPr>
          <a:xfrm>
            <a:off x="4681448" y="-73813"/>
            <a:ext cx="3352210" cy="14105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 err="1"/>
              <a:t>sistema</a:t>
            </a:r>
            <a:endParaRPr lang="en-US" sz="40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89DB4DE-8EDD-ABDB-6B44-8D98EADEB31E}"/>
              </a:ext>
            </a:extLst>
          </p:cNvPr>
          <p:cNvSpPr txBox="1">
            <a:spLocks/>
          </p:cNvSpPr>
          <p:nvPr/>
        </p:nvSpPr>
        <p:spPr>
          <a:xfrm>
            <a:off x="2088257" y="358256"/>
            <a:ext cx="3352210" cy="14105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err="1"/>
              <a:t>filtracion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8645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F207DA-53E3-D9E8-7559-6D7DBCD6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227" y="0"/>
            <a:ext cx="9655333" cy="579120"/>
          </a:xfrm>
        </p:spPr>
        <p:txBody>
          <a:bodyPr>
            <a:normAutofit/>
          </a:bodyPr>
          <a:lstStyle/>
          <a:p>
            <a:pPr algn="ctr"/>
            <a:r>
              <a:rPr lang="en-US" sz="2400" dirty="0"/>
              <a:t>PCB INTERFAZ ESQUEMATICO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B6E21E9-36A2-1CE8-754A-4DEFED062A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377" y="579120"/>
            <a:ext cx="10835246" cy="6102477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0C43C80-96B9-7CB5-0A1B-FCAEE0BE0DE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50" t="6350" r="1741" b="20098"/>
          <a:stretch/>
        </p:blipFill>
        <p:spPr>
          <a:xfrm>
            <a:off x="1123305" y="4815840"/>
            <a:ext cx="2567111" cy="160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37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92E5E-90D4-D6F4-8578-F2CF6C876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973" y="825528"/>
            <a:ext cx="8276907" cy="663808"/>
          </a:xfrm>
        </p:spPr>
        <p:txBody>
          <a:bodyPr/>
          <a:lstStyle/>
          <a:p>
            <a:pPr algn="ctr"/>
            <a:r>
              <a:rPr lang="en-US" dirty="0"/>
              <a:t>Electronica </a:t>
            </a:r>
            <a:r>
              <a:rPr lang="en-US" dirty="0" err="1"/>
              <a:t>analogica</a:t>
            </a:r>
            <a:r>
              <a:rPr lang="en-US" dirty="0"/>
              <a:t> Y DIGITAL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AC3616D-1944-5F72-E49B-3EAED3A68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973" y="1898688"/>
            <a:ext cx="1664291" cy="163509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648D8EA-F48A-B35B-FD62-BBE059678E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971" y="1926305"/>
            <a:ext cx="1664291" cy="160747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2FA2DF2-C0DB-9DB5-D677-F3176F1DE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1682" y="2332492"/>
            <a:ext cx="2358907" cy="132570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6DC3F43-453B-DDCC-7508-EB74CA9F9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9053" y="2308509"/>
            <a:ext cx="1589304" cy="137367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71C73EB-290A-7727-F130-30CCB1AA6F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2953" y="3744679"/>
            <a:ext cx="2075404" cy="191529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FFF206F-7E19-225B-E56B-5DFE097C42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7896" y="3744679"/>
            <a:ext cx="1915290" cy="191529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FDD4AD9-16FF-EFB4-C517-086779ED1C6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4589" r="710"/>
          <a:stretch/>
        </p:blipFill>
        <p:spPr>
          <a:xfrm>
            <a:off x="1811973" y="3658198"/>
            <a:ext cx="3548289" cy="200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298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61C1DA-C728-A483-FD65-8D12FA252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Interfaz</a:t>
            </a:r>
            <a:r>
              <a:rPr lang="en-US" dirty="0"/>
              <a:t> </a:t>
            </a:r>
            <a:r>
              <a:rPr lang="en-US" dirty="0" err="1"/>
              <a:t>grafica</a:t>
            </a:r>
            <a:r>
              <a:rPr lang="en-US" dirty="0"/>
              <a:t> y </a:t>
            </a:r>
            <a:r>
              <a:rPr lang="en-US" dirty="0" err="1"/>
              <a:t>codigo</a:t>
            </a:r>
            <a:r>
              <a:rPr lang="en-US" dirty="0"/>
              <a:t> </a:t>
            </a:r>
            <a:r>
              <a:rPr lang="en-US" dirty="0" err="1"/>
              <a:t>fuente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69F731-83D2-E2CD-AF6F-B070DA3D5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Python: </a:t>
            </a:r>
            <a:r>
              <a:rPr lang="en-US" dirty="0" err="1"/>
              <a:t>paradigma</a:t>
            </a:r>
            <a:r>
              <a:rPr lang="en-US" dirty="0"/>
              <a:t> de </a:t>
            </a:r>
            <a:r>
              <a:rPr lang="en-US" dirty="0" err="1"/>
              <a:t>programacion</a:t>
            </a:r>
            <a:r>
              <a:rPr lang="en-US" dirty="0"/>
              <a:t> </a:t>
            </a:r>
            <a:r>
              <a:rPr lang="en-US" dirty="0" err="1"/>
              <a:t>orientado</a:t>
            </a:r>
            <a:r>
              <a:rPr lang="en-US" dirty="0"/>
              <a:t> a </a:t>
            </a:r>
            <a:r>
              <a:rPr lang="en-US" dirty="0" err="1"/>
              <a:t>objetos</a:t>
            </a:r>
            <a:r>
              <a:rPr lang="en-US" dirty="0"/>
              <a:t> POO</a:t>
            </a:r>
          </a:p>
          <a:p>
            <a:r>
              <a:rPr lang="en-US" dirty="0" err="1"/>
              <a:t>Libreria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 </a:t>
            </a:r>
          </a:p>
          <a:p>
            <a:r>
              <a:rPr lang="en-US" dirty="0" err="1"/>
              <a:t>Libreria</a:t>
            </a:r>
            <a:r>
              <a:rPr lang="en-US" dirty="0"/>
              <a:t> </a:t>
            </a:r>
            <a:r>
              <a:rPr lang="en-US" dirty="0" err="1"/>
              <a:t>tkinter</a:t>
            </a:r>
            <a:endParaRPr lang="en-US" dirty="0"/>
          </a:p>
          <a:p>
            <a:r>
              <a:rPr lang="en-US" dirty="0"/>
              <a:t>IDE visual studio code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539DA01-1EE1-5696-B04D-2A38C27AA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948" y="3848828"/>
            <a:ext cx="4366147" cy="245595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3955631-FE6B-59AA-B994-1B6552F23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634" y="3536181"/>
            <a:ext cx="2703301" cy="270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196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21D0E-FFE1-DDCA-4221-857457C2A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3670" y="357051"/>
            <a:ext cx="5186227" cy="897392"/>
          </a:xfrm>
        </p:spPr>
        <p:txBody>
          <a:bodyPr/>
          <a:lstStyle/>
          <a:p>
            <a:r>
              <a:rPr lang="en-US" dirty="0"/>
              <a:t>COMUNICACIONES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47AE59-3AEF-E14E-5FA9-2A94F4FE4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041" y="1931841"/>
            <a:ext cx="3791479" cy="2133898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FF3C2AB6-85C4-D375-07B5-27307F81D846}"/>
              </a:ext>
            </a:extLst>
          </p:cNvPr>
          <p:cNvSpPr txBox="1">
            <a:spLocks/>
          </p:cNvSpPr>
          <p:nvPr/>
        </p:nvSpPr>
        <p:spPr>
          <a:xfrm>
            <a:off x="3185125" y="1872193"/>
            <a:ext cx="2593113" cy="66838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Spi</a:t>
            </a:r>
            <a:endParaRPr lang="en-US" dirty="0"/>
          </a:p>
          <a:p>
            <a:endParaRPr 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923F1D8-0D5D-285D-C4F4-9A8D86BB7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370" y="1872193"/>
            <a:ext cx="3922250" cy="2133898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1056AB05-824F-1EEE-E562-D0EEBB474965}"/>
              </a:ext>
            </a:extLst>
          </p:cNvPr>
          <p:cNvSpPr txBox="1">
            <a:spLocks/>
          </p:cNvSpPr>
          <p:nvPr/>
        </p:nvSpPr>
        <p:spPr>
          <a:xfrm>
            <a:off x="7746236" y="1201382"/>
            <a:ext cx="5186227" cy="14609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UART</a:t>
            </a:r>
          </a:p>
          <a:p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61B727C-6FFE-7A67-5C8D-73381B7463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110" y="4157951"/>
            <a:ext cx="2059551" cy="115746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65F5688-CFED-7636-1DE4-58DAD5EB3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036" y="4157951"/>
            <a:ext cx="1329184" cy="1329184"/>
          </a:xfrm>
          <a:prstGeom prst="rect">
            <a:avLst/>
          </a:prstGeom>
        </p:spPr>
      </p:pic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0A7DE003-68F8-236C-8AFB-C427A8A6D7C3}"/>
              </a:ext>
            </a:extLst>
          </p:cNvPr>
          <p:cNvSpPr txBox="1">
            <a:spLocks/>
          </p:cNvSpPr>
          <p:nvPr/>
        </p:nvSpPr>
        <p:spPr>
          <a:xfrm>
            <a:off x="1965470" y="5487135"/>
            <a:ext cx="3436620" cy="668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tx1"/>
                </a:solidFill>
              </a:rPr>
              <a:t>Libreria</a:t>
            </a:r>
            <a:r>
              <a:rPr lang="en-US" dirty="0">
                <a:solidFill>
                  <a:schemeClr val="tx1"/>
                </a:solidFill>
              </a:rPr>
              <a:t> Adafruit_mcp3008</a:t>
            </a: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86662AF5-522A-1DD1-44E4-031566768EEB}"/>
              </a:ext>
            </a:extLst>
          </p:cNvPr>
          <p:cNvSpPr txBox="1">
            <a:spLocks/>
          </p:cNvSpPr>
          <p:nvPr/>
        </p:nvSpPr>
        <p:spPr>
          <a:xfrm>
            <a:off x="6355081" y="5487135"/>
            <a:ext cx="4831080" cy="6683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tx1"/>
                </a:solidFill>
              </a:rPr>
              <a:t>Libreria</a:t>
            </a:r>
            <a:r>
              <a:rPr lang="en-US" dirty="0">
                <a:solidFill>
                  <a:schemeClr val="tx1"/>
                </a:solidFill>
              </a:rPr>
              <a:t> DFRobot_Raspberrypi_A02yyuw </a:t>
            </a:r>
          </a:p>
        </p:txBody>
      </p:sp>
    </p:spTree>
    <p:extLst>
      <p:ext uri="{BB962C8B-B14F-4D97-AF65-F5344CB8AC3E}">
        <p14:creationId xmlns:p14="http://schemas.microsoft.com/office/powerpoint/2010/main" val="3980536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A38F7-31BE-D032-1B10-9F1570A9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6241" y="0"/>
            <a:ext cx="8992143" cy="991562"/>
          </a:xfrm>
        </p:spPr>
        <p:txBody>
          <a:bodyPr/>
          <a:lstStyle/>
          <a:p>
            <a:pPr algn="ctr"/>
            <a:r>
              <a:rPr lang="en-US" dirty="0"/>
              <a:t>Control e </a:t>
            </a:r>
            <a:r>
              <a:rPr lang="en-US" dirty="0" err="1"/>
              <a:t>instrumentacion</a:t>
            </a:r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C7619ED-18F6-0AF9-6765-3A66734795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51729" y="4354609"/>
            <a:ext cx="5584535" cy="2345307"/>
          </a:xfr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8977D5B-EBE5-DA9B-8158-3266B23AD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854" y="1056327"/>
            <a:ext cx="6782149" cy="3041806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C5FB74BA-BA78-3470-A545-BCDD12DE71B2}"/>
              </a:ext>
            </a:extLst>
          </p:cNvPr>
          <p:cNvSpPr/>
          <p:nvPr/>
        </p:nvSpPr>
        <p:spPr>
          <a:xfrm>
            <a:off x="7346513" y="4546949"/>
            <a:ext cx="1866379" cy="319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Control de </a:t>
            </a:r>
            <a:r>
              <a:rPr lang="en-US" sz="1600" dirty="0" err="1">
                <a:solidFill>
                  <a:schemeClr val="bg1"/>
                </a:solidFill>
              </a:rPr>
              <a:t>calidad</a:t>
            </a:r>
            <a:r>
              <a:rPr lang="en-US" sz="1600" dirty="0">
                <a:solidFill>
                  <a:schemeClr val="bg1"/>
                </a:solidFill>
              </a:rPr>
              <a:t> del </a:t>
            </a:r>
            <a:r>
              <a:rPr lang="en-US" sz="1600" dirty="0" err="1">
                <a:solidFill>
                  <a:schemeClr val="bg1"/>
                </a:solidFill>
              </a:rPr>
              <a:t>agua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093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47D0A-91CE-9FF5-4790-6EF5A6063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1387" y="0"/>
            <a:ext cx="7150817" cy="803186"/>
          </a:xfrm>
        </p:spPr>
        <p:txBody>
          <a:bodyPr/>
          <a:lstStyle/>
          <a:p>
            <a:r>
              <a:rPr lang="en-US" dirty="0"/>
              <a:t>Control </a:t>
            </a:r>
            <a:r>
              <a:rPr lang="en-US" dirty="0" err="1"/>
              <a:t>completo</a:t>
            </a:r>
            <a:r>
              <a:rPr lang="en-US" dirty="0"/>
              <a:t> del </a:t>
            </a:r>
            <a:r>
              <a:rPr lang="en-US" dirty="0" err="1"/>
              <a:t>sistema</a:t>
            </a:r>
            <a:endParaRPr lang="en-U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1DEF3D8-2189-B80A-F6BB-6047DF18E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6076" y="884604"/>
            <a:ext cx="9025806" cy="5572563"/>
          </a:xfrm>
        </p:spPr>
      </p:pic>
    </p:spTree>
    <p:extLst>
      <p:ext uri="{BB962C8B-B14F-4D97-AF65-F5344CB8AC3E}">
        <p14:creationId xmlns:p14="http://schemas.microsoft.com/office/powerpoint/2010/main" val="2583491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DC54B1-DDD4-C4F8-CB5C-09F748941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442" y="0"/>
            <a:ext cx="4353697" cy="713893"/>
          </a:xfrm>
        </p:spPr>
        <p:txBody>
          <a:bodyPr/>
          <a:lstStyle/>
          <a:p>
            <a:r>
              <a:rPr lang="en-US" dirty="0"/>
              <a:t>Sistema de </a:t>
            </a:r>
            <a:r>
              <a:rPr lang="en-US" dirty="0" err="1"/>
              <a:t>alarmas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4971103-0EB0-0DA3-A38B-AE952FBE28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89" r="710"/>
          <a:stretch/>
        </p:blipFill>
        <p:spPr>
          <a:xfrm>
            <a:off x="836025" y="896982"/>
            <a:ext cx="4632960" cy="261368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89FFA4-6CBD-D3DF-964A-1DFB5D1FC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556" y="815311"/>
            <a:ext cx="4626660" cy="261368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3D30A21-A4E5-9743-EED7-E019E22E48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01" t="14597" r="12786" b="23260"/>
          <a:stretch/>
        </p:blipFill>
        <p:spPr>
          <a:xfrm>
            <a:off x="3919151" y="3693760"/>
            <a:ext cx="4353697" cy="2489983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48367875-D423-3419-4382-3D615A434930}"/>
              </a:ext>
            </a:extLst>
          </p:cNvPr>
          <p:cNvSpPr/>
          <p:nvPr/>
        </p:nvSpPr>
        <p:spPr>
          <a:xfrm>
            <a:off x="82293" y="2203826"/>
            <a:ext cx="7537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1)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90CB5DF-1F14-49CC-1049-BD3502DE1C46}"/>
              </a:ext>
            </a:extLst>
          </p:cNvPr>
          <p:cNvSpPr/>
          <p:nvPr/>
        </p:nvSpPr>
        <p:spPr>
          <a:xfrm>
            <a:off x="5803824" y="2122155"/>
            <a:ext cx="7537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7D43FD3-F3C8-AE9D-C070-243D3EC62269}"/>
              </a:ext>
            </a:extLst>
          </p:cNvPr>
          <p:cNvSpPr/>
          <p:nvPr/>
        </p:nvSpPr>
        <p:spPr>
          <a:xfrm>
            <a:off x="3030144" y="4573618"/>
            <a:ext cx="7537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3)</a:t>
            </a:r>
          </a:p>
        </p:txBody>
      </p:sp>
    </p:spTree>
    <p:extLst>
      <p:ext uri="{BB962C8B-B14F-4D97-AF65-F5344CB8AC3E}">
        <p14:creationId xmlns:p14="http://schemas.microsoft.com/office/powerpoint/2010/main" val="4266113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DBDA6E2-D0BF-CEC6-CF08-6011FFAF0E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605" y="1975663"/>
            <a:ext cx="4640038" cy="2784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23B3C93-F604-A460-6662-1CBE180DF4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9553" y="1877918"/>
            <a:ext cx="4721350" cy="29795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5A94BC5F-847C-8188-67B1-ED5FE2EFA51B}"/>
              </a:ext>
            </a:extLst>
          </p:cNvPr>
          <p:cNvSpPr/>
          <p:nvPr/>
        </p:nvSpPr>
        <p:spPr>
          <a:xfrm>
            <a:off x="2759898" y="1052333"/>
            <a:ext cx="7537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9FBD5BB-E115-10BE-3032-6387CBDBB29D}"/>
              </a:ext>
            </a:extLst>
          </p:cNvPr>
          <p:cNvSpPr/>
          <p:nvPr/>
        </p:nvSpPr>
        <p:spPr>
          <a:xfrm>
            <a:off x="8783362" y="954588"/>
            <a:ext cx="7537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00633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7337C-63AB-3112-4F5A-B6AAA0E72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453" y="28014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extras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F954FC9-59AE-C2D0-5F3C-116DB245F6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7561" y="1398179"/>
            <a:ext cx="3846889" cy="2470558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B214187-5AEC-9560-4C82-7C1759658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311" y="1357802"/>
            <a:ext cx="4172278" cy="255131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1856263-06E9-A02D-447E-36BCC14A9FB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50" t="6350" r="1741" b="20098"/>
          <a:stretch/>
        </p:blipFill>
        <p:spPr>
          <a:xfrm>
            <a:off x="1647561" y="4003623"/>
            <a:ext cx="3846889" cy="2404797"/>
          </a:xfrm>
          <a:prstGeom prst="rect">
            <a:avLst/>
          </a:prstGeom>
        </p:spPr>
      </p:pic>
      <p:pic>
        <p:nvPicPr>
          <p:cNvPr id="3076" name="Picture 4" descr="EasyEDA – Simulador de circuitos y diseño de circuitos impresos online">
            <a:extLst>
              <a:ext uri="{FF2B5EF4-FFF2-40B4-BE49-F238E27FC236}">
                <a16:creationId xmlns:a16="http://schemas.microsoft.com/office/drawing/2014/main" id="{2A1B9D4B-7E48-C661-37A2-0D477B08D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540" y="4019701"/>
            <a:ext cx="236982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5191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029C583-7FEA-B4F1-7FBF-EC25F97ABE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579" y="3490314"/>
            <a:ext cx="4226031" cy="2602157"/>
          </a:xfr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FBB9E88-CA19-3FD0-CC2C-0C51590BAA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89" r="710"/>
          <a:stretch/>
        </p:blipFill>
        <p:spPr>
          <a:xfrm>
            <a:off x="5912770" y="3273025"/>
            <a:ext cx="5331651" cy="300785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3D754C7-2262-77E7-76B1-C5C4FD6ADE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944" y="359830"/>
            <a:ext cx="4439256" cy="2437627"/>
          </a:xfrm>
          <a:prstGeom prst="rect">
            <a:avLst/>
          </a:prstGeom>
        </p:spPr>
      </p:pic>
      <p:pic>
        <p:nvPicPr>
          <p:cNvPr id="4100" name="Picture 4" descr="Justinmind Press Kit">
            <a:extLst>
              <a:ext uri="{FF2B5EF4-FFF2-40B4-BE49-F238E27FC236}">
                <a16:creationId xmlns:a16="http://schemas.microsoft.com/office/drawing/2014/main" id="{CBE48DA9-24DB-D894-8390-408470CB2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110" y="150470"/>
            <a:ext cx="4042410" cy="279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859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4B3804-C5FB-75A6-AF5F-0A9CAB26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3286A7-357F-D203-DEA2-6272D4D71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1" y="2346420"/>
            <a:ext cx="9906000" cy="2598912"/>
          </a:xfrm>
        </p:spPr>
      </p:pic>
    </p:spTree>
    <p:extLst>
      <p:ext uri="{BB962C8B-B14F-4D97-AF65-F5344CB8AC3E}">
        <p14:creationId xmlns:p14="http://schemas.microsoft.com/office/powerpoint/2010/main" val="3470440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E0A13A-E1A7-B816-0512-5E14064C9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035" y="420623"/>
            <a:ext cx="9905998" cy="1024191"/>
          </a:xfrm>
        </p:spPr>
        <p:txBody>
          <a:bodyPr/>
          <a:lstStyle/>
          <a:p>
            <a:pPr algn="ctr"/>
            <a:r>
              <a:rPr lang="en-US" dirty="0"/>
              <a:t>Gracias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atencion</a:t>
            </a:r>
            <a:r>
              <a:rPr lang="en-US" dirty="0"/>
              <a:t>!!!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86AE78A-C376-7983-9097-B06D18AAF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428" y="2014790"/>
            <a:ext cx="5887212" cy="38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658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830</TotalTime>
  <Words>158</Words>
  <Application>Microsoft Office PowerPoint</Application>
  <PresentationFormat>Widescreen</PresentationFormat>
  <Paragraphs>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Tw Cen MT</vt:lpstr>
      <vt:lpstr>Circuito</vt:lpstr>
      <vt:lpstr>PowerPoint Presentation</vt:lpstr>
      <vt:lpstr>objetivo</vt:lpstr>
      <vt:lpstr>Diagrama de caja negra</vt:lpstr>
      <vt:lpstr>Diagrama de caja blanca</vt:lpstr>
      <vt:lpstr>estacion</vt:lpstr>
      <vt:lpstr>PCB INTERFAZ ESQUEMATICO</vt:lpstr>
      <vt:lpstr>Electronica analogica Y DIGITAL</vt:lpstr>
      <vt:lpstr>Interfaz grafica y codigo fuente</vt:lpstr>
      <vt:lpstr>COMUNICACIONES</vt:lpstr>
      <vt:lpstr>Control e instrumentacion</vt:lpstr>
      <vt:lpstr>Control completo del sistema</vt:lpstr>
      <vt:lpstr>Sistema de alarmas</vt:lpstr>
      <vt:lpstr>PowerPoint Presentation</vt:lpstr>
      <vt:lpstr>extras</vt:lpstr>
      <vt:lpstr>PowerPoint Presentation</vt:lpstr>
      <vt:lpstr>PowerPoint Presentation</vt:lpstr>
      <vt:lpstr>Gracias por su atencion!!!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OMAR GUTIERREZ CISNEROS</dc:creator>
  <cp:lastModifiedBy>omar</cp:lastModifiedBy>
  <cp:revision>20</cp:revision>
  <dcterms:created xsi:type="dcterms:W3CDTF">2023-11-09T03:43:32Z</dcterms:created>
  <dcterms:modified xsi:type="dcterms:W3CDTF">2026-09-30T01:03:49Z</dcterms:modified>
</cp:coreProperties>
</file>